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9067E-B04C-6387-046C-57B2E69C1D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CC77B3-38AD-9BFC-AB85-E60A895ED1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BE49CC-E0FE-FBBD-821F-6B1FB6E5B7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ACC15-3B6C-44B3-9657-2837D8130729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0708BB-2323-E4C6-748F-2DFECD3EC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4D3651-1938-B19F-65BC-57CB6A9F5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EEC56A-39DF-4CEE-89D3-17DF44EFA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2288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44BD3-A8CF-305D-FB6E-02B25CDB2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81ED5-4B17-789C-E7BC-897E467E4D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8580B6-E8C1-6524-DAF0-01F34EBF3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ACC15-3B6C-44B3-9657-2837D8130729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3B02D-5FFA-3CC5-D504-4353E876A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DC5552-4B62-FFE8-284B-1EAC43367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EEC56A-39DF-4CEE-89D3-17DF44EFA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7222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FA658-32EF-9FC2-6B5C-0D6ACB967A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0F41B2-20C9-90C9-C543-71C6042E78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948D8B-966C-861C-B714-600C8FCB5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ACC15-3B6C-44B3-9657-2837D8130729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816FC1-739B-6352-51D7-45AB2C364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A24857-B3FF-87FF-A4F3-3545633C1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EEC56A-39DF-4CEE-89D3-17DF44EFA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464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8324C-404C-76FA-11A7-31754B648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542F42-01BB-B6F3-EA37-E147E44B96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505580-9B6C-9CFA-4687-4C887D3909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7AE824-B1FB-4EC5-0EAA-18EB50286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ACC15-3B6C-44B3-9657-2837D8130729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0ADEAB-4E1E-264C-F619-4D999A394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250E99-3906-1C8C-8564-6A31487E6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EEC56A-39DF-4CEE-89D3-17DF44EFA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229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28473-EBCD-6020-45D8-D168F9996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FB244D-E745-7708-ADFB-586BCD136E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F7C604-D41D-E95A-7213-FD1C4B38D4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6D65F8-A4A7-BEA5-2530-BD72A3DD9A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C22F7F-C006-15AA-3F77-1657B7FA61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853EC9-7A6C-8B29-2365-028CDD7D1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ACC15-3B6C-44B3-9657-2837D8130729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82C046D-FB6B-E843-4FB0-68B1BE562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AEC19F-8CFB-775F-68BF-0ADB446DA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EEC56A-39DF-4CEE-89D3-17DF44EFA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3044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628A6-F119-F905-2E45-396F47AB50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2EE3FD-2390-E1FE-0CCE-AF465DE6F4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ACC15-3B6C-44B3-9657-2837D8130729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1998DD-4527-F9BD-271A-67EBC8739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37D6BF-292E-9A2C-5F0B-8DC0C9619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EEC56A-39DF-4CEE-89D3-17DF44EFA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6050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C022B4-A142-990B-C501-71F7AF926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ACC15-3B6C-44B3-9657-2837D8130729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02E425-0E7E-763E-E8BB-9978884DB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0337D5-EAD2-33A5-CFA9-96A99C356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EEC56A-39DF-4CEE-89D3-17DF44EFA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54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C9339-6778-A7DE-D653-4F091CCE23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CE1E5E-DF1B-299C-D87B-81A96C2617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D2D8C8-33ED-9A8B-9774-ED961F50B0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432EF5-821C-0C23-3E28-FC70870F5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ACC15-3B6C-44B3-9657-2837D8130729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B85FB2-9F6D-CEFF-EE60-4D599F64D0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E346FC-3158-25F5-4485-EBBBC314B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EEC56A-39DF-4CEE-89D3-17DF44EFA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2220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CED7E6-0C46-13C7-7CF1-8F66420B6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1637BC-17EF-FA3E-B67C-4DE9ABCCA7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571067-2E15-4B47-4769-5D74CA1713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82E2E4-498C-3F73-C83F-95674753A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ACC15-3B6C-44B3-9657-2837D8130729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5ADBF4-521B-0A06-ACE1-954F8B8D5B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4D10DA-5BD3-BE04-FF8A-62ED0F54E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EEC56A-39DF-4CEE-89D3-17DF44EFA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258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BBBD8-6FE5-C188-A1AB-BBE175B10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5DFD45-3A4C-DCA9-3E29-15340211F5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1CB96B-8953-C297-0516-AC167447E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ACC15-3B6C-44B3-9657-2837D8130729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384943-A4B6-0C94-F5CC-BAE39C373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4007A-E426-5528-DA47-81A8D4E42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EEC56A-39DF-4CEE-89D3-17DF44EFA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3533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414006-3837-77FE-9B98-85DF0EEE6B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096119-4E82-45C0-7D8F-7B2015F4C8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BC3897-1DA1-45B5-3DFE-214C10DD9E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ACC15-3B6C-44B3-9657-2837D8130729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BEE334-EAB4-2ED5-3BC3-1069F7003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D70A6A-FABF-2EA9-38A2-DFAD91723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EEC56A-39DF-4CEE-89D3-17DF44EFA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8672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AB52E6-ECFC-3255-FB47-D889F356C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05DD74-6AC1-2BDC-D9B6-D19400AB0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409BEC-41FD-CF2D-864C-33DC0AA2C39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0ACC15-3B6C-44B3-9657-2837D8130729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0CF5DD-C922-E746-EBBC-4DD3F133C8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F9F5FF-AEF9-8B3E-C92E-3D884C2B4E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EEC56A-39DF-4CEE-89D3-17DF44EFA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40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9107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Ndi Jeff</dc:creator>
  <cp:lastModifiedBy>Ndi Jeff</cp:lastModifiedBy>
  <cp:revision>1</cp:revision>
  <dcterms:created xsi:type="dcterms:W3CDTF">2026-03-04T09:36:12Z</dcterms:created>
  <dcterms:modified xsi:type="dcterms:W3CDTF">2026-03-04T09:36:41Z</dcterms:modified>
</cp:coreProperties>
</file>